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8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D266F-CDC0-F7FB-E317-338DA1894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10E9ED-1636-2260-D6A7-5C4704374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84EB14-52BE-A728-486A-ED351AFA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863843-9D22-7916-782A-BAA684FE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535AB-7833-3041-60E3-A9081B75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67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777C7-618B-FC9A-554C-44CDDAEA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C6F151-3F05-4F25-B0BD-71B66CC05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AB058-42E7-B35D-6DAC-1335C55C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D00D4-51F6-F3CF-7F3E-1E06E3DB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46C063-0F86-0168-B0CE-C612F11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37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CE820-052B-C2F9-346F-4A2F1FC8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6D0DDC-5352-5DF3-F63B-CC0852AFC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D3916-A53E-C0CE-399E-330B9E00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0ED880-DEE0-7EA1-F2B5-07469B55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FEAD7-D447-C043-94AB-5F2EB909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77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DF001-1BD2-3F75-E910-61483A0C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10BE7-452F-1267-893A-798F42631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9F829-EA87-812A-18D4-44850436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B94C38-1DF7-2B89-E054-D534EFA3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32844-3189-1FFA-9B7D-85583D57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FC4BA-2EDB-9B2E-2C8F-435ACD02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2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5F626-22E0-D535-B729-2C03FCC6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87237C-F277-D248-BE26-A8DE9B089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F783FA-ADCA-EE6B-0BA0-3526CD8D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E63938-43FF-3BEA-A8E6-9487A9C3C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3D4F15-EE46-63B6-CC2B-DF3043283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0E6AE8-65E1-AFE8-865E-D0B6AA24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8B4F6-FA55-3E35-1E91-C8BE26AD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704E06-8B99-A6F8-4214-D1AF83F4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52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83A63C-355A-D1F5-5BB7-AA9C49D5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A4BEBD-5157-DEDF-A024-9361DE72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69EAA2-D857-58B5-2988-4144CF17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6556EE-B7CD-AD6A-0354-08C77EC1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75F79E-FB5E-28BF-0077-72BD4A6C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808382-52DA-E9D3-E67F-E02386AD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AE515-6B89-B0D8-5CBD-D7551587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7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FEBB4-7315-A5F2-8C2D-C5CFD8BA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AFEFFA-1F84-66CE-C502-D42DE2D62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C71A43-2D3A-BE70-6512-A5876CFC2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E10BAF-13F8-0E21-B2B9-C7864ABE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02EF46-79B8-19B7-8B60-26A07433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366C03-0C2A-304F-1E50-EC9A02EC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67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4C6B2-103F-3CA1-2A2A-78869A3F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E3065F-CDFF-6A64-FE84-CE7BBCCC8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D6D25C-7B53-E5E8-2AFD-AC2F1FA11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CF559F-7AD1-2847-4AE7-C600EAE2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E0A739-8C61-BC74-C4F6-EA04F882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352581-9519-EEA5-0536-86DC9E75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2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2389B-40AE-88DA-AA9C-1DA34129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CFE5C4-170A-6BA5-11EA-292E2AFAF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41653-B879-C401-9B52-8FD81C07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60E17-98C3-E5C1-8163-0B7B6554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128921-0719-5313-2312-B9558E16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16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92AC0C-6D52-8CF6-E343-48E387A4A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84E817-2B7F-36E8-BE89-1B400115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58271-4201-10E4-0CAA-C745EEE6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84F60E-DE37-8F96-18A3-84CF79E3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FE9E44-5A06-03C0-C04E-94E7C03D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4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F4EB38-52CE-3582-0CE3-32C36CE5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1694C9-9F5D-844F-291A-9FE7665F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4E3A7-087F-09E1-B955-BAF05DF3D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C36F8-84D1-4290-82B1-F80855F207DC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57E826-A656-F23D-F739-85A8849A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CF0DEE-FEB0-C900-BE13-83D7714C4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9D7CA-CB4D-4281-A028-BDA19B4D35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62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F8973-CDAD-BB2C-0FA9-5D75C3E5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111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A41DDC-C969-CA88-76BC-EFB85A8E9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87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111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</dc:title>
  <dc:creator>不言 姚</dc:creator>
  <cp:lastModifiedBy>不言 姚</cp:lastModifiedBy>
  <cp:revision>2</cp:revision>
  <dcterms:created xsi:type="dcterms:W3CDTF">2024-05-18T07:44:52Z</dcterms:created>
  <dcterms:modified xsi:type="dcterms:W3CDTF">2024-05-18T10:20:07Z</dcterms:modified>
</cp:coreProperties>
</file>